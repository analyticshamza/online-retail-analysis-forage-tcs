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175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Performance Analysis &amp; Forecasting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for Strategic Decision Making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474720"/>
            <a:ext cx="27432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| Tableau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348B97-7E3B-2B9A-9495-2B34E23B67FC}"/>
              </a:ext>
            </a:extLst>
          </p:cNvPr>
          <p:cNvSpPr txBox="1"/>
          <p:nvPr/>
        </p:nvSpPr>
        <p:spPr>
          <a:xfrm>
            <a:off x="3643532" y="3770142"/>
            <a:ext cx="2243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By Ali Hamza Shaikh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revenue trends and seasonal patterns across time periods</a:t>
            </a:r>
            <a:endParaRPr lang="en-US" sz="14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concentration and revenue dependency risks</a:t>
            </a:r>
            <a:endParaRPr lang="en-US" sz="14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geographic demand distribution for market expansion</a:t>
            </a:r>
            <a:endParaRPr lang="en-US" sz="14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future revenue using historical time-series data</a:t>
            </a:r>
            <a:endParaRPr lang="en-US" sz="14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expansion opportunities in high-potential international markets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combines Excel-based data validation and cleaning with Tableau visual analytics to transform raw retail transaction data into actionable business intelligence for executive-level decision-making.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4114800" cy="34747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Methodology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validation check columns using IF-based logic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transactions with negative quantities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records with negative unit prices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entries with missing customer IDs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formula: =IF(AND([@Quantity]&gt;=1, [@UnitPrice]&gt;=0), "Include", "Exclude")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and exported clean dataset for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Data Validation</a:t>
            </a:r>
            <a:endParaRPr lang="en-US" sz="2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2011680"/>
            <a:ext cx="39319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&amp; Forecast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743200" cy="45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80160"/>
            <a:ext cx="822960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remains stable in early months with noticeable growth starting mid-year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seasonal peak in Q4 (October-November) indicates holiday shopping demand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Forecast projects continued upward trend with sustained growth momentum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Countries by Revenue &amp; Quantity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(Excluding UK for clearer visualization)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00400" cy="45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63040"/>
            <a:ext cx="8229600" cy="2377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Netherlands, Ireland, Germany, and France show strong dual metrics (high revenue + high quantity)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Some markets generate high revenue with lower quantity, suggesting premium purchases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These regions are prime candidates for targeted marketing and distribution expansion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by Revenue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560320" cy="45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80160"/>
            <a:ext cx="822960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is well distributed across top customers with no extreme concentration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dependency on any single customer reduces business risk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Balanced customer portfolio indicates stable revenue stream and lower bargaining power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 of Demand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926080" cy="45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80160"/>
            <a:ext cx="822960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demand concentration in Western Europe (Ireland, Netherlands, Germany)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Significant presence in North America and Australia markets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 heat map enables quick identification of expansion priorities and supply chain planning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56032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14630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Planning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Q4 revenue peaks for inventory planning, staffing decisions, and targeted marketing campaigns during peak shopping seasons.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14630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71600"/>
            <a:ext cx="73152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554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Expansion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Netherlands, Ireland, Germany, and France for localized promotions, enhanced distribution, and market-specific strategies.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931920" cy="14630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08960"/>
            <a:ext cx="73152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91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balanced customer portfolio through loyalty programs and relationship management to sustain stable revenue streams.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3931920" cy="14630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108960"/>
            <a:ext cx="73152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291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Optimization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0" y="36576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geographic demand insights to optimize logistics, warehouse locations, and regional fulfillment for faster delivery.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2286000"/>
            <a:ext cx="6400800" cy="20116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256032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successfully transformed raw retail data into actionable insights through: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lnSpc>
                <a:spcPts val="1800"/>
              </a:lnSpc>
              <a:buNone/>
            </a:pPr>
            <a:endParaRPr lang="en-US" sz="1400" dirty="0"/>
          </a:p>
          <a:p>
            <a:pPr>
              <a:lnSpc>
                <a:spcPts val="1800"/>
              </a:lnSpc>
              <a:buSzPct val="100000"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Rigorous data cleaning and validation in Excel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ts val="1800"/>
              </a:lnSpc>
              <a:buSzPct val="100000"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visual analytics in Tableau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ts val="1800"/>
              </a:lnSpc>
              <a:buSzPct val="100000"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Identification of seasonal trends and growth patterns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ts val="1800"/>
              </a:lnSpc>
              <a:buSzPct val="100000"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Strategic recommendations for market expansion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insights generated support data-driven decision-making for sustainable growth.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485</Words>
  <Application>Microsoft Office PowerPoint</Application>
  <PresentationFormat>On-screen Show (16:9)</PresentationFormat>
  <Paragraphs>69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Retail Performance Analysis &amp; Forecasting</dc:title>
  <dc:subject>PptxGenJS Presentation</dc:subject>
  <dc:creator>Data Analyst</dc:creator>
  <cp:lastModifiedBy>Ali Hamza</cp:lastModifiedBy>
  <cp:revision>2</cp:revision>
  <dcterms:created xsi:type="dcterms:W3CDTF">2026-02-06T19:12:30Z</dcterms:created>
  <dcterms:modified xsi:type="dcterms:W3CDTF">2026-02-06T19:17:03Z</dcterms:modified>
</cp:coreProperties>
</file>